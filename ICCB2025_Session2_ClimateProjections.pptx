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  <p:sldId id="784" r:id="rId19"/>
    <p:sldId id="785" r:id="rId20"/>
    <p:sldId id="786" r:id="rId21"/>
    <p:sldId id="787" r:id="rId22"/>
    <p:sldId id="788" r:id="rId23"/>
    <p:sldId id="789" r:id="rId24"/>
    <p:sldId id="790" r:id="rId25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2D5C93-2E69-4ACC-AAC0-B7DB40A6AEC2}" v="33" dt="2025-05-13T03:45:39.4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112" d="100"/>
          <a:sy n="112" d="100"/>
        </p:scale>
        <p:origin x="6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13/05/2025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13/05/2025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269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232" y="2223919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53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87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8232" y="4567151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211268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655572" y="2877210"/>
            <a:ext cx="4710953" cy="2633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Mildly amusing and informative text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311401" cy="2413001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 data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3595642" y="6308209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 (ACCESS-ESM1-5)</a:t>
            </a:r>
          </a:p>
          <a:p>
            <a:pPr lvl="1"/>
            <a:r>
              <a:rPr lang="en-AU" dirty="0"/>
              <a:t>Two climate scenarios (SSP126, SSP245)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</a:t>
            </a:r>
          </a:p>
          <a:p>
            <a:pPr lvl="1"/>
            <a:r>
              <a:rPr lang="en-AU" dirty="0"/>
              <a:t>Our bioclimatic indices (will be used tomorrow) have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3A5B9-2EF7-6DB8-E680-D6A97E8BB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Insert plot here</a:t>
            </a:r>
          </a:p>
          <a:p>
            <a:endParaRPr lang="en-AU" dirty="0"/>
          </a:p>
          <a:p>
            <a:r>
              <a:rPr lang="en-AU" dirty="0"/>
              <a:t>Temp</a:t>
            </a:r>
          </a:p>
        </p:txBody>
      </p:sp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Insert rainfall plot here</a:t>
            </a:r>
          </a:p>
        </p:txBody>
      </p:sp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Otherwise this is the same dataset used to calculate the bioclimatic indicators you will be using tomorrow</a:t>
            </a:r>
          </a:p>
          <a:p>
            <a:endParaRPr lang="en-AU" dirty="0"/>
          </a:p>
          <a:p>
            <a:r>
              <a:rPr lang="en-AU" dirty="0"/>
              <a:t>Statistically downscaled and bias-corrected to 5km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6EBE3-E668-D3CE-88D1-F3C468080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Insert magnificent plot here</a:t>
            </a:r>
          </a:p>
        </p:txBody>
      </p:sp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2472</TotalTime>
  <Words>829</Words>
  <Application>Microsoft Office PowerPoint</Application>
  <PresentationFormat>Widescreen</PresentationFormat>
  <Paragraphs>151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  <vt:lpstr>Datasets - models</vt:lpstr>
      <vt:lpstr>Datasets – climate change scenarios</vt:lpstr>
      <vt:lpstr>What does your data look like?</vt:lpstr>
      <vt:lpstr>What does your data look like?</vt:lpstr>
      <vt:lpstr>Bioclimatic indicators</vt:lpstr>
      <vt:lpstr>Input data</vt:lpstr>
      <vt:lpstr>What does your data look like?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358</cp:revision>
  <cp:lastPrinted>2022-06-24T06:31:07Z</cp:lastPrinted>
  <dcterms:created xsi:type="dcterms:W3CDTF">2022-06-01T23:36:27Z</dcterms:created>
  <dcterms:modified xsi:type="dcterms:W3CDTF">2025-05-13T04:07:33Z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