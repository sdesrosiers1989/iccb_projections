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92_10940F30.xml" ContentType="application/vnd.ms-powerpoint.comments+xml"/>
  <Override PartName="/ppt/comments/modernComment_288_5E6D642E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3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91" r:id="rId19"/>
    <p:sldId id="792" r:id="rId20"/>
    <p:sldId id="784" r:id="rId21"/>
    <p:sldId id="785" r:id="rId22"/>
    <p:sldId id="786" r:id="rId23"/>
    <p:sldId id="796" r:id="rId24"/>
    <p:sldId id="793" r:id="rId25"/>
    <p:sldId id="787" r:id="rId26"/>
    <p:sldId id="797" r:id="rId27"/>
    <p:sldId id="788" r:id="rId28"/>
    <p:sldId id="789" r:id="rId29"/>
    <p:sldId id="790" r:id="rId30"/>
    <p:sldId id="795" r:id="rId31"/>
    <p:sldId id="794" r:id="rId32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5E31BCD-7F51-5362-E73C-67B950D6E02F}" name="Sarah Chapman" initials="SC" userId="S::Sarah.Chapman@des.qld.gov.au::f3f01bf4-1c8a-44b5-850d-82840047e82b" providerId="AD"/>
  <p188:author id="{4E405CF4-6E88-6081-FAB0-21EB402E8198}" name="Rohan Eccles" initials="RE" userId="S::Rohan.Eccles@des.qld.gov.au::564d4391-8ef7-4616-9190-507970f2c99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D5C93-2E69-4ACC-AAC0-B7DB40A6AEC2}" v="33" dt="2025-05-13T03:45:39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4" d="100"/>
          <a:sy n="114" d="100"/>
        </p:scale>
        <p:origin x="579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omments/modernComment_192_10940F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E1442F-65F3-40B2-94B8-2ADE58324668}" authorId="{4E405CF4-6E88-6081-FAB0-21EB402E8198}" created="2025-05-14T01:59:02.0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78138672" sldId="402"/>
      <ac:spMk id="8" creationId="{2275965E-C62F-C6DE-4E58-578CC096E2C6}"/>
      <ac:txMk cp="0" len="15">
        <ac:context len="164" hash="3409116992"/>
      </ac:txMk>
    </ac:txMkLst>
    <p188:pos x="2372442" y="268651"/>
    <p188:txBody>
      <a:bodyPr/>
      <a:lstStyle/>
      <a:p>
        <a:r>
          <a:rPr lang="en-AU"/>
          <a:t>Ralph not also with UQ?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5-14T02:42:44.237" authorId="{35E31BCD-7F51-5362-E73C-67B950D6E02F}"/>
          </p223:rxn>
        </p223:reactions>
      </p:ext>
    </p188:extLst>
  </p188:cm>
</p188:cmLst>
</file>

<file path=ppt/comments/modernComment_288_5E6D642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AD7F68A-BD3D-4911-B9B9-F0CE9688BDD6}" authorId="{4E405CF4-6E88-6081-FAB0-21EB402E8198}" created="2025-05-14T02:14:03.67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84227374" sldId="648"/>
      <ac:spMk id="10" creationId="{12A71A4E-ED00-5269-DA64-9D3E24A6D503}"/>
    </ac:deMkLst>
    <p188:txBody>
      <a:bodyPr/>
      <a:lstStyle/>
      <a:p>
        <a:r>
          <a:rPr lang="en-AU"/>
          <a:t>My suggestion with chat GPT’s help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14/05/2025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14/05/2025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2_10940F3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288_5E6D642E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976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104" y="2359808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060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994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5104" y="4703040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746975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289009" y="1492462"/>
            <a:ext cx="4082844" cy="10564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Science leader, something </a:t>
            </a:r>
            <a:r>
              <a:rPr lang="en-AU" dirty="0" err="1"/>
              <a:t>something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7E483C-0436-83B5-687C-33AE2AD6CCDE}"/>
              </a:ext>
            </a:extLst>
          </p:cNvPr>
          <p:cNvSpPr txBox="1">
            <a:spLocks/>
          </p:cNvSpPr>
          <p:nvPr/>
        </p:nvSpPr>
        <p:spPr>
          <a:xfrm>
            <a:off x="3026491" y="4232620"/>
            <a:ext cx="4082844" cy="2070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Hydrologist, something </a:t>
            </a:r>
            <a:r>
              <a:rPr lang="en-AU" dirty="0" err="1"/>
              <a:t>something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88D254-D64D-1803-C60D-9C07D7940192}"/>
              </a:ext>
            </a:extLst>
          </p:cNvPr>
          <p:cNvSpPr txBox="1">
            <a:spLocks/>
          </p:cNvSpPr>
          <p:nvPr/>
        </p:nvSpPr>
        <p:spPr>
          <a:xfrm>
            <a:off x="5691368" y="3176135"/>
            <a:ext cx="2709291" cy="105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Applied climate science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 data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 (ACCESS-ESM1-5, EC-Earth3, GFDL-ESM4)</a:t>
            </a:r>
          </a:p>
          <a:p>
            <a:pPr lvl="1"/>
            <a:r>
              <a:rPr lang="en-AU" dirty="0"/>
              <a:t>One climate scenario (SSP370)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0096"/>
            <a:ext cx="6257537" cy="2667394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432587-5C5F-30B3-56D1-B76D5362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737" y="997264"/>
            <a:ext cx="4800009" cy="486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BF726-222A-DFB3-3BC7-88F97FB398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95"/>
          <a:stretch/>
        </p:blipFill>
        <p:spPr>
          <a:xfrm>
            <a:off x="1051000" y="997900"/>
            <a:ext cx="4888328" cy="5067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F6A7F4-A74D-6A3C-15C6-984D9BC2B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750" y="1000125"/>
            <a:ext cx="489585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2731</TotalTime>
  <Words>1202</Words>
  <Application>Microsoft Office PowerPoint</Application>
  <PresentationFormat>Widescreen</PresentationFormat>
  <Paragraphs>203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Bioclimatic indicators</vt:lpstr>
      <vt:lpstr>Input data</vt:lpstr>
      <vt:lpstr>What does your data look like?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367</cp:revision>
  <cp:lastPrinted>2022-06-24T06:31:07Z</cp:lastPrinted>
  <dcterms:created xsi:type="dcterms:W3CDTF">2022-06-01T23:36:27Z</dcterms:created>
  <dcterms:modified xsi:type="dcterms:W3CDTF">2025-05-14T06:01:58Z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