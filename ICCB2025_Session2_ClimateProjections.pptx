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92_10940F3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6" r:id="rId24"/>
    <p:sldId id="793" r:id="rId25"/>
    <p:sldId id="787" r:id="rId26"/>
    <p:sldId id="797" r:id="rId27"/>
    <p:sldId id="788" r:id="rId28"/>
    <p:sldId id="789" r:id="rId29"/>
    <p:sldId id="790" r:id="rId30"/>
    <p:sldId id="799" r:id="rId31"/>
    <p:sldId id="798" r:id="rId32"/>
    <p:sldId id="795" r:id="rId33"/>
    <p:sldId id="794" r:id="rId3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omments/modernComment_192_10940F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E1442F-65F3-40B2-94B8-2ADE58324668}" authorId="{4E405CF4-6E88-6081-FAB0-21EB402E8198}" created="2025-05-14T01:59:02.0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8138672" sldId="402"/>
      <ac:spMk id="8" creationId="{2275965E-C62F-C6DE-4E58-578CC096E2C6}"/>
      <ac:txMk cp="0" len="15">
        <ac:context len="164" hash="3409116992"/>
      </ac:txMk>
    </ac:txMkLst>
    <p188:pos x="2372442" y="268651"/>
    <p188:txBody>
      <a:bodyPr/>
      <a:lstStyle/>
      <a:p>
        <a:r>
          <a:rPr lang="en-AU"/>
          <a:t>Ralph not also with UQ?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5-14T02:42:44.237" authorId="{35E31BCD-7F51-5362-E73C-67B950D6E02F}"/>
          </p223:rxn>
        </p223:reactions>
      </p:ext>
    </p188:extLst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20/05/2025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20/05/2025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2_10940F3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coordinator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2" y="4232620"/>
            <a:ext cx="3183112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climate extremes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models: ACCESS-ESM1-5, EC-Earth3, GFDL-ESM4</a:t>
            </a:r>
          </a:p>
          <a:p>
            <a:pPr lvl="1"/>
            <a:r>
              <a:rPr lang="en-AU" dirty="0"/>
              <a:t>Climate scenarios: SSP370</a:t>
            </a:r>
          </a:p>
          <a:p>
            <a:pPr lvl="2"/>
            <a:r>
              <a:rPr lang="en-AU" dirty="0"/>
              <a:t>If you have time the data folder includes SSP126 and SSP245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Validate the data against observations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 if required for your application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813716" cy="4789400"/>
          </a:xfrm>
        </p:spPr>
        <p:txBody>
          <a:bodyPr>
            <a:normAutofit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451" y="1144588"/>
            <a:ext cx="3998237" cy="46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Validation and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82083"/>
            <a:ext cx="4191000" cy="4775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6691313" y="1220155"/>
            <a:ext cx="4014787" cy="456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59" y="1375576"/>
            <a:ext cx="5907821" cy="4901260"/>
          </a:xfrm>
        </p:spPr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6758230" y="365125"/>
            <a:ext cx="4595570" cy="57134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i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8" y="1249920"/>
            <a:ext cx="6591525" cy="450262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958" y="1106531"/>
            <a:ext cx="5289606" cy="4789400"/>
          </a:xfrm>
        </p:spPr>
        <p:txBody>
          <a:bodyPr>
            <a:normAutofit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3208</TotalTime>
  <Words>1328</Words>
  <Application>Microsoft Office PowerPoint</Application>
  <PresentationFormat>Widescreen</PresentationFormat>
  <Paragraphs>229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Validation and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381</cp:revision>
  <cp:lastPrinted>2022-06-24T06:31:07Z</cp:lastPrinted>
  <dcterms:created xsi:type="dcterms:W3CDTF">2022-06-01T23:36:27Z</dcterms:created>
  <dcterms:modified xsi:type="dcterms:W3CDTF">2025-05-19T23:42:02Z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